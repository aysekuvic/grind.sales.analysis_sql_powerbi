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B33C-1B15-F810-C240-E11E85C1E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CABF1-9011-14B6-C342-92E14831A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DAC1F-DDE7-6C46-516B-B33EBB70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6C75B-6DA9-5FE3-6AEE-DB6F3D1B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264AA-8B6F-7382-8F04-47D07D30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22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FB78-5B8F-40A9-E6C9-EB3C7A7B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11BB-1025-778E-0960-153E7BE4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6A5DD-33AD-C45C-4BDB-92B0D235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74D5D-1640-6957-43D2-597213AAA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7D316-7EC7-A359-93DD-AC5982CD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145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5803-DFC7-802D-BC57-AC41FFE0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0BA78-5FBC-AA1A-D1F1-FF2AB73E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73B1E-983E-BE8F-BF4D-5920AC49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2296-5B08-1DF7-E012-989E45A6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807A-59F5-B930-3A88-C5F8C8E8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535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3ED5B-3AF2-8DE1-9433-27C5F615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BB3FB-2B2E-8CE5-8D6E-D8855AE0C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7214D-355A-C331-51AA-650AFA09C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80323-902C-CE24-D008-A56A20BE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1F2B2-52E4-E531-96C0-F2719095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3A83E-28EB-5C85-2B0C-F34265CC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97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B2B5-227B-5CA6-F609-882A0364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31773-4BB9-EA66-AD71-1CDDEA14D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0726D-292E-A3BA-F7C9-E322F7AC8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FF719-9C71-63B5-0017-C2736CB1D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CC1ED-61A8-54B7-CAEE-826D203E0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41FA8-DB33-A4FD-2FBE-5AF813FE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61007-24D6-44E2-C7BB-8A227B5E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D0BCA-7A35-A7C6-7DD4-7F0A037F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11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CFD6-8BCD-DE0B-F0CB-68020D6F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9C848-09AE-2C04-679F-7A0FFCA0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4469D-AF1E-50DF-423C-896BBF48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ECC03-B82C-000D-0037-353A3ED2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955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38A9E-BF1D-C748-CB78-6107F2061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18480-17A4-E97E-6164-E5D00889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C773D-95CB-DEFF-3686-1CF2842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07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5CC2-DA9D-A0CE-03B4-EE526B0A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2758-05A3-F1F9-0A89-247E1C1F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F64B6-D75F-6DD8-3700-CB8532172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31F16-F11A-A221-ECA3-4E92A49F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FF233-C8C4-9B6A-A3C1-5A803B9E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66344-D782-98DB-FDBC-573B064A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69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52F9-FFB2-6A0F-E78D-8795497D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C943D-4988-95DA-9C73-1ABB37147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4A994-C76F-3384-C5C8-77D126F1B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AE404-79D0-1C7E-19DB-DB9083AC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07C19-5E17-9D80-90A6-4B911EB6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88195-133C-EA66-638A-A75EB1ED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279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CC22-6911-26D8-7E9E-3C2898EC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F91AB-17CC-8EC9-F372-7635B1ADA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B41E6-AA7D-F022-71D2-F4D7D19D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234F3-806C-8727-80CD-DD819D99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FDDD-1750-A528-7CAF-B62B9003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625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E225D-03FC-57A0-606E-C25C41428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C38CB-ABB7-D20C-8ABA-6DF9231F4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0FDB-FE78-C425-6BC3-4C9BF937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EB24-29DA-C757-66D6-DF5B3E76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227-A002-873B-8DBA-099A772F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256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B5B89-DC17-5E93-E6CE-ECFF0D5F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9108E-33B2-5EA9-7817-80680D16F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B8AE-0EAA-92DD-D37E-052963A70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A9210-2F5A-4F64-9FA5-089B377648E7}" type="datetimeFigureOut">
              <a:rPr lang="en-CA" smtClean="0"/>
              <a:t>2026-02-20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26A01-D396-EDF3-0D43-A140BB620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2EC0-6475-CD94-6412-BD2E34160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3A6E7-67B3-4B3E-B6FF-691A682F56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930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2839A9-8476-B784-0F45-CB270B1DF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PRICING ANALYSIS</a:t>
            </a:r>
            <a:endParaRPr lang="en-CA" sz="52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117B3-94BE-B0E4-C928-949517513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End- to-End Data Analysis Project</a:t>
            </a:r>
          </a:p>
          <a:p>
            <a:r>
              <a:rPr lang="en-US" sz="1500">
                <a:solidFill>
                  <a:schemeClr val="tx2"/>
                </a:solidFill>
              </a:rPr>
              <a:t>3 Year Analysis of Profit, Pricing, Region, Margin, Product</a:t>
            </a:r>
            <a:endParaRPr lang="en-CA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80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75901-979B-2187-6E21-19B73A80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BUSINESS NEEDS</a:t>
            </a:r>
            <a:endParaRPr lang="en-CA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6BEFCBA-100C-D0BE-8F6B-992565CC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There is a significant decrease in margin throughout 3 years. Where margin decline comes from?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Possible Business Causes: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                          - Rising Cost of Goods Sold (COGS)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                          - Competitive Pricing Pressure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                          - Volume Decline Effect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                </a:t>
            </a:r>
            <a:endParaRPr lang="en-CA" sz="15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907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75901-979B-2187-6E21-19B73A80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071055"/>
            <a:ext cx="9833548" cy="974313"/>
          </a:xfrm>
        </p:spPr>
        <p:txBody>
          <a:bodyPr anchor="b">
            <a:normAutofit/>
          </a:bodyPr>
          <a:lstStyle/>
          <a:p>
            <a:r>
              <a:rPr lang="en-US" sz="3600" dirty="0"/>
              <a:t>BUSINESS RECOMMENDATIONS</a:t>
            </a:r>
            <a:endParaRPr lang="en-CA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6BEFCBA-100C-D0BE-8F6B-992565CC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372113"/>
            <a:ext cx="9833548" cy="3414834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/>
              <a:t>Eliminate or Reprice Low-Margin SKUs:</a:t>
            </a:r>
            <a:r>
              <a:rPr lang="en-US" sz="1600" dirty="0"/>
              <a:t> Increase prices on structurally weak products to restore profitability.</a:t>
            </a:r>
          </a:p>
          <a:p>
            <a:pPr algn="just"/>
            <a:r>
              <a:rPr lang="en-US" sz="1600" b="1" dirty="0"/>
              <a:t>Correct Underperforming Core Items:</a:t>
            </a:r>
            <a:r>
              <a:rPr lang="en-US" sz="1600" dirty="0"/>
              <a:t> Increase pricing on specific products to lift gross margin above the 30% sustainability threshold.</a:t>
            </a:r>
          </a:p>
          <a:p>
            <a:pPr algn="just"/>
            <a:r>
              <a:rPr lang="en-US" sz="1600" b="1" dirty="0"/>
              <a:t>Protect Portfolio Profitability:</a:t>
            </a:r>
            <a:r>
              <a:rPr lang="en-US" sz="1600" dirty="0"/>
              <a:t> Rising COGS has eroded margins; immediate pricing corrections are required to prevent further margin compression and long-term value dilution.</a:t>
            </a:r>
            <a:endParaRPr lang="en-CA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                </a:t>
            </a:r>
            <a:endParaRPr lang="en-CA" sz="15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689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129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PRICING ANALYSIS</vt:lpstr>
      <vt:lpstr>BUSINESS NEEDS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ANALYSIS</dc:title>
  <dc:creator>Ayse Karasu</dc:creator>
  <cp:lastModifiedBy>Ayse Karasu</cp:lastModifiedBy>
  <cp:revision>1</cp:revision>
  <dcterms:created xsi:type="dcterms:W3CDTF">2026-02-21T06:22:21Z</dcterms:created>
  <dcterms:modified xsi:type="dcterms:W3CDTF">2026-02-21T06:48:53Z</dcterms:modified>
</cp:coreProperties>
</file>